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final de MantenimientOK. Somos Mateo y Nahuel, de Computación 6°2. Hoy contamos cómo pasamos un sistema viejo de Access a una web moderna para el taller.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problema: el taller usaba un Access de 592 MB, atado a una compu, sin acceso web, y con las fotos de las máquinas atrapadas adentro de la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Dividimos el proyecto en 6 etapas: relevamiento, diseño, desarrollo, prueba, mejoras y entrega. Trabajamos los martes y miércoles durante casi dos meses.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Migramos 40 tablas y 733 registros, y recuperamos 102 fotos atrapadas como objetos OLE. Acá se ven las fichas de equipos con las fotos reales del taller.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solución: MantenimientOK. Un panel con indicadores, órdenes de trabajo en tablero Kanban, equipos con foto, preventivo, repuestos y reportes.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Agregamos login con usuario y contraseña. Hay tres roles: administrador, profesor y alumno, y cada uno ve y puede cosas distintas. Los profes nuevos se registran y el admin los aprueba.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pensamos para que sea fácil, sobre todo para los profes de taller que no manejan mucho la compu: un asistente chatbot que los guía, un tour, código QR por máquina y subida de fotos en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cambio en una imagen: pasamos de un Access pesado, local y de un solo usuario, a una web liviana, accesible desde cualquier lado, con login por rol y las fotos reales de las máquinas.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logramos una plataforma moderna, con login por rol y un asistente que la hace fácil para todos. Está online para probarla. ¡Gracias!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377440"/>
            <a:ext cx="5669280" cy="5669280"/>
          </a:xfrm>
          <a:prstGeom prst="ellipse">
            <a:avLst/>
          </a:prstGeom>
          <a:solidFill>
            <a:srgbClr val="EA580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931920"/>
            <a:ext cx="5120640" cy="512064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pic>
        <p:nvPicPr>
          <p:cNvPr id="4" name="Image 0" descr="C:\Users\Mateo\Downloads\w\proyecto_presentacion/assets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58368"/>
            <a:ext cx="1143000" cy="11704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48840" y="78638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ETN N°1 OTTO KRAUSE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148840" y="11704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Prácticas Profesionalizantes · Entrega final · Ciclo 2026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87168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</a:t>
            </a:r>
            <a:pPr algn="l" indent="0" marL="0">
              <a:buNone/>
            </a:pPr>
            <a:r>
              <a:rPr lang="en-US" sz="6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600" dirty="0"/>
          </a:p>
        </p:txBody>
      </p:sp>
      <p:sp>
        <p:nvSpPr>
          <p:cNvPr id="8" name="Text 5"/>
          <p:cNvSpPr txBox="1"/>
          <p:nvPr/>
        </p:nvSpPr>
        <p:spPr>
          <a:xfrm>
            <a:off x="859536" y="3703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Mantenimiento del Taller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868680" y="5029200"/>
            <a:ext cx="118872" cy="11887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97280" y="4828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Mateo Deluchi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880360" y="5029200"/>
            <a:ext cx="118872" cy="11887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108960" y="48280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Nahuel Jiménez Torres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53218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Computación 6°2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68680" y="5943600"/>
            <a:ext cx="2752344" cy="384048"/>
          </a:xfrm>
          <a:prstGeom prst="roundRect">
            <a:avLst>
              <a:gd name="adj" fmla="val 50000"/>
            </a:avLst>
          </a:prstGeom>
          <a:solidFill>
            <a:srgbClr val="202B3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5943600"/>
            <a:ext cx="275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PROBLEMA A LA SOLUCIÓN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377440"/>
            <a:ext cx="5669280" cy="5669280"/>
          </a:xfrm>
          <a:prstGeom prst="ellipse">
            <a:avLst/>
          </a:prstGeom>
          <a:solidFill>
            <a:srgbClr val="F8717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931920"/>
            <a:ext cx="5120640" cy="512064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2839212" cy="384048"/>
          </a:xfrm>
          <a:prstGeom prst="roundRect">
            <a:avLst>
              <a:gd name="adj" fmla="val 50000"/>
            </a:avLst>
          </a:prstGeom>
          <a:solidFill>
            <a:srgbClr val="202B3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640080"/>
            <a:ext cx="28392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PUNTO DE PARTIDA · ANTES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143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taller se manejaba con un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691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viejo</a:t>
            </a:r>
            <a:pPr indent="0" marL="0">
              <a:buNone/>
            </a:pPr>
            <a:r>
              <a:rPr lang="en-US" sz="34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pesado y poco práctico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3392424" cy="3063240"/>
          </a:xfrm>
          <a:prstGeom prst="roundRect">
            <a:avLst>
              <a:gd name="adj" fmla="val 3582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3200400"/>
            <a:ext cx="566928" cy="56692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950208"/>
            <a:ext cx="2752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592 MB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572000"/>
            <a:ext cx="2752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base enorme y lenta, difícil de abrir y de compartir.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489704" y="2880360"/>
            <a:ext cx="3392424" cy="3063240"/>
          </a:xfrm>
          <a:prstGeom prst="roundRect">
            <a:avLst>
              <a:gd name="adj" fmla="val 3582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9744" y="3200400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09744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809744" y="3950208"/>
            <a:ext cx="2752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web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4809744" y="4572000"/>
            <a:ext cx="2752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con Access instalado: nada desde la web ni el celular.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156448" y="2880360"/>
            <a:ext cx="3392424" cy="3063240"/>
          </a:xfrm>
          <a:prstGeom prst="roundRect">
            <a:avLst>
              <a:gd name="adj" fmla="val 3582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76488" y="3200400"/>
            <a:ext cx="566928" cy="5669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76488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8476488" y="3950208"/>
            <a:ext cx="2752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atrapadas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476488" y="4572000"/>
            <a:ext cx="2752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fotos de los equipos, encerradas como objetos OLE.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377440"/>
            <a:ext cx="5669280" cy="5669280"/>
          </a:xfrm>
          <a:prstGeom prst="ellipse">
            <a:avLst/>
          </a:prstGeom>
          <a:solidFill>
            <a:srgbClr val="EA580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931920"/>
            <a:ext cx="5120640" cy="512064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1796796" cy="384048"/>
          </a:xfrm>
          <a:prstGeom prst="roundRect">
            <a:avLst>
              <a:gd name="adj" fmla="val 50000"/>
            </a:avLst>
          </a:prstGeom>
          <a:solidFill>
            <a:srgbClr val="202B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640080"/>
            <a:ext cx="17967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LO HICIMOS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143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proceso, en 6 etapas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097280" y="3291840"/>
            <a:ext cx="9966960" cy="0"/>
          </a:xfrm>
          <a:prstGeom prst="line">
            <a:avLst/>
          </a:prstGeom>
          <a:noFill/>
          <a:ln w="25400">
            <a:solidFill>
              <a:srgbClr val="2A36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990088"/>
            <a:ext cx="603504" cy="603504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5528" y="2990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8288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Relevamiento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1440" y="413308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Analizamos el Access viejo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88920" y="2990088"/>
            <a:ext cx="603504" cy="6035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88920" y="2990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176272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084832" y="413308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y pantallas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82312" y="2990088"/>
            <a:ext cx="603504" cy="6035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82312" y="2990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169664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078224" y="413308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Extracción de datos + web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75704" y="2990088"/>
            <a:ext cx="603504" cy="6035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75704" y="2990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163056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071616" y="413308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Testeo y página piloto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769096" y="2990088"/>
            <a:ext cx="603504" cy="6035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769096" y="2990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156448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065008" y="413308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+ asistente Otto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762488" y="2990088"/>
            <a:ext cx="603504" cy="60350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762488" y="2990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1014984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0" y="413308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final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1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Trabajamos todos los martes y miércoles, del 1 de septiembre al 27 de octubre.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377440"/>
            <a:ext cx="5669280" cy="5669280"/>
          </a:xfrm>
          <a:prstGeom prst="ellipse">
            <a:avLst/>
          </a:prstGeom>
          <a:solidFill>
            <a:srgbClr val="34D39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931920"/>
            <a:ext cx="5120640" cy="512064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02B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6400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MIGRACIÓN DE DATOS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Rescatamos todo del sistema viejo</a:t>
            </a:r>
            <a:endParaRPr lang="en-US" sz="3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inventado: cada equipo, orden y foto sale de la base original.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2487168" cy="1554480"/>
          </a:xfrm>
          <a:prstGeom prst="roundRect">
            <a:avLst>
              <a:gd name="adj" fmla="val 7059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606040"/>
            <a:ext cx="23042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36499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tablas migradas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9584" y="2423160"/>
            <a:ext cx="2487168" cy="1554480"/>
          </a:xfrm>
          <a:prstGeom prst="roundRect">
            <a:avLst>
              <a:gd name="adj" fmla="val 7059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21024" y="2606040"/>
            <a:ext cx="23042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733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3621024" y="336499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 reales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6208" y="2423160"/>
            <a:ext cx="2487168" cy="1554480"/>
          </a:xfrm>
          <a:prstGeom prst="roundRect">
            <a:avLst>
              <a:gd name="adj" fmla="val 7059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27648" y="2606040"/>
            <a:ext cx="23042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6327648" y="336499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rescatadas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42832" y="2423160"/>
            <a:ext cx="2487168" cy="1554480"/>
          </a:xfrm>
          <a:prstGeom prst="roundRect">
            <a:avLst>
              <a:gd name="adj" fmla="val 7059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34272" y="2606040"/>
            <a:ext cx="23042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592 MB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9034272" y="336499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15 MB en la web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7772" y="4169664"/>
            <a:ext cx="6693408" cy="4279253"/>
          </a:xfrm>
          <a:prstGeom prst="roundRect">
            <a:avLst>
              <a:gd name="adj" fmla="val 2137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21" name="Image 0" descr="C:\Users\Mateo\Downloads\w\proyecto_presentacion/assets/equipo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2636" y="4224528"/>
            <a:ext cx="6583680" cy="41695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377440"/>
            <a:ext cx="5669280" cy="5669280"/>
          </a:xfrm>
          <a:prstGeom prst="ellipse">
            <a:avLst/>
          </a:prstGeom>
          <a:solidFill>
            <a:srgbClr val="EA580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931920"/>
            <a:ext cx="5120640" cy="512064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928116" cy="384048"/>
          </a:xfrm>
          <a:prstGeom prst="roundRect">
            <a:avLst>
              <a:gd name="adj" fmla="val 50000"/>
            </a:avLst>
          </a:prstGeom>
          <a:solidFill>
            <a:srgbClr val="202B3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640080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0972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app web
</a:t>
            </a:r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moderna y ágil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Reemplaza al Access con un panel claro, los datos reales del taller y acceso desde cualquier navegador.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68680" y="3730752"/>
            <a:ext cx="237744" cy="237744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730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64845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con indicadores en vivo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68680" y="4334256"/>
            <a:ext cx="237744" cy="23774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3342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2519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Órdenes de trabajo tipo Kanban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68680" y="4937760"/>
            <a:ext cx="237744" cy="23774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937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85546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 con ficha y foto real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68680" y="5541264"/>
            <a:ext cx="237744" cy="23774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5412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45896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Preventivo, repuestos y reportes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117336" y="1316736"/>
            <a:ext cx="5596128" cy="3584332"/>
          </a:xfrm>
          <a:prstGeom prst="roundRect">
            <a:avLst>
              <a:gd name="adj" fmla="val 2551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21" name="Image 0" descr="C:\Users\Mateo\Downloads\w\proyecto_presentacion/assets/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371600"/>
            <a:ext cx="5486400" cy="3474604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172200" y="49559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1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 control · datos reales del taller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377440"/>
            <a:ext cx="5669280" cy="566928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931920"/>
            <a:ext cx="5120640" cy="512064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2404872" cy="384048"/>
          </a:xfrm>
          <a:prstGeom prst="roundRect">
            <a:avLst>
              <a:gd name="adj" fmla="val 50000"/>
            </a:avLst>
          </a:prstGeom>
          <a:solidFill>
            <a:srgbClr val="202B3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640080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POR ROL · LOGIN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uno entra con su usuario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768096" y="1819656"/>
            <a:ext cx="4956048" cy="3178962"/>
          </a:xfrm>
          <a:prstGeom prst="roundRect">
            <a:avLst>
              <a:gd name="adj" fmla="val 2876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8" name="Image 0" descr="C:\Users\Mateo\Downloads\w\proyecto_presentacion/assets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4846320" cy="306923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26480" y="2011680"/>
            <a:ext cx="5212080" cy="1143000"/>
          </a:xfrm>
          <a:prstGeom prst="roundRect">
            <a:avLst>
              <a:gd name="adj" fmla="val 9600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2313432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0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132320" y="2194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257860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Aprueba profesores, resuelve pedidos y gestiona a todos.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26480" y="3337560"/>
            <a:ext cx="5212080" cy="1143000"/>
          </a:xfrm>
          <a:prstGeom prst="roundRect">
            <a:avLst>
              <a:gd name="adj" fmla="val 9600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0" y="3639312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0" y="3639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132320" y="3520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Profesor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132320" y="390448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 fallas, sube fotos, pide repuestos y asigna tareas.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126480" y="4663440"/>
            <a:ext cx="5212080" cy="1143000"/>
          </a:xfrm>
          <a:prstGeom prst="roundRect">
            <a:avLst>
              <a:gd name="adj" fmla="val 9600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0" y="4965192"/>
            <a:ext cx="548640" cy="5486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00800" y="4965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132320" y="48463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Alumno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132320" y="523036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sus tareas y su pase digital de taller.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126480" y="5989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1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profes nuevos se registran y el administrador los aprueba.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377440"/>
            <a:ext cx="5669280" cy="5669280"/>
          </a:xfrm>
          <a:prstGeom prst="ellipse">
            <a:avLst/>
          </a:prstGeom>
          <a:solidFill>
            <a:srgbClr val="EA580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931920"/>
            <a:ext cx="5120640" cy="512064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2404872" cy="384048"/>
          </a:xfrm>
          <a:prstGeom prst="roundRect">
            <a:avLst>
              <a:gd name="adj" fmla="val 50000"/>
            </a:avLst>
          </a:prstGeom>
          <a:solidFill>
            <a:srgbClr val="202B3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640080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PENSADO PARA EL TALLER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09728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Fácil, hasta sin saber de compu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2011680"/>
            <a:ext cx="365760" cy="3657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Asistente "Otto"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295144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chatbot que guía a los profes de mecánica con lenguaje simple.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06324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971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 guiado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346704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la página paso a paso la primera vez.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411480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QR por equipo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398264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pega en la máquina y abre su ficha desde el celular.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" y="5166360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074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Subir fotos y manuales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449824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profe actualiza la ficha del equipo en segundos.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37376" y="1408176"/>
            <a:ext cx="5321808" cy="3410602"/>
          </a:xfrm>
          <a:prstGeom prst="roundRect">
            <a:avLst>
              <a:gd name="adj" fmla="val 2681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24" name="Image 0" descr="C:\Users\Mateo\Downloads\w\proyecto_presentacion/assets/chat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63040"/>
            <a:ext cx="5212080" cy="3300874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492240" y="485535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1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docente + asistente Otto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377440"/>
            <a:ext cx="5669280" cy="5669280"/>
          </a:xfrm>
          <a:prstGeom prst="ellipse">
            <a:avLst/>
          </a:prstGeom>
          <a:solidFill>
            <a:srgbClr val="EA580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931920"/>
            <a:ext cx="5120640" cy="512064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1275588" cy="384048"/>
          </a:xfrm>
          <a:prstGeom prst="roundRect">
            <a:avLst>
              <a:gd name="adj" fmla="val 50000"/>
            </a:avLst>
          </a:prstGeom>
          <a:solidFill>
            <a:srgbClr val="202B3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640080"/>
            <a:ext cx="12755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CAMBIO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vs Ahora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5212080" cy="4206240"/>
          </a:xfrm>
          <a:prstGeom prst="roundRect">
            <a:avLst>
              <a:gd name="adj" fmla="val 3043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2286000"/>
            <a:ext cx="457200" cy="45720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3042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· Access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03580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592 MB, lenta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602736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en una computadora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169664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acceso web ni celular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73659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atrapadas en la base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330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530352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tipo de usuario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153912" y="1965960"/>
            <a:ext cx="5212080" cy="4206240"/>
          </a:xfrm>
          <a:prstGeom prst="roundRect">
            <a:avLst>
              <a:gd name="adj" fmla="val 3043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3952" y="228600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7395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068312" y="23042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· MantenimientOK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6519672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31152" y="303580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web liviana y rápida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519672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31152" y="3602736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abre desde cualquier lado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519672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931152" y="4169664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por rol con contraseña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6519672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31152" y="473659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reales + QR por equipo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519672" y="5330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931152" y="530352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Admin, profesor y alumno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377440"/>
            <a:ext cx="5669280" cy="5669280"/>
          </a:xfrm>
          <a:prstGeom prst="ellipse">
            <a:avLst/>
          </a:prstGeom>
          <a:solidFill>
            <a:srgbClr val="EA580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931920"/>
            <a:ext cx="5120640" cy="512064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pic>
        <p:nvPicPr>
          <p:cNvPr id="4" name="Image 0" descr="C:\Users\Mateo\Downloads\w\proyecto_presentacion/assets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2976" y="868680"/>
            <a:ext cx="1143000" cy="11704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2377440"/>
            <a:ext cx="10360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mantenimiento del taller,
</a:t>
            </a:r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ágil y en la web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39319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un Access de 592 MB a una plataforma web con roles, asistente y los datos reales del taller.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566160" y="4892040"/>
            <a:ext cx="5029200" cy="548640"/>
          </a:xfrm>
          <a:prstGeom prst="roundRect">
            <a:avLst>
              <a:gd name="adj" fmla="val 50000"/>
            </a:avLst>
          </a:prstGeom>
          <a:solidFill>
            <a:srgbClr val="18212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4892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Probala online · mantenimientok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8978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1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Mateo Deluchi · Nahuel Jiménez Torres   —   Computación 6°2 · ETN N°1 Otto Krause · Ciclo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2026-10-27T16:11:11Z</dcterms:created>
  <dcterms:modified xsi:type="dcterms:W3CDTF">2026-10-27T16:11:11Z</dcterms:modified>
</cp:coreProperties>
</file>