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MantenimientOK: sistema web de gestión de mantenimiento para el taller de la escuela. Integrantes: Mateo Deluchi y Nahuel Jiménez Torres, Computación 6°2, ETN N°1 Otto Krause.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el sistema actual es un Access pesado (592 MB), atado a la PC, sin acceso web, y con las fotos de los equipos atrapadas dentro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solución: MantenimientOK, una aplicación web que muestra un panel con indicadores, órdenes de trabajo, equipos con foto y más, usando los datos reales que rescatamos del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Migramos 40 tablas y 733 registros, y recuperamos 102 fotos que estaban atrapadas como objetos OLE dentro del Access. Todo con datos reales del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plataforma tiene 6 módulos: Panel, Órdenes de trabajo (Kanban), Preventivo, Equipos, Repuestos y Reportes. Acá se ve el tablero Kanban para mover las órdenes entre pendientes, en proceso y cerradas.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es una muestra en desarrollo (~70%). Ya funciona el núcleo: extracción de datos, panel, órdenes, equipos con foto, preventivo, repuestos y reportes. Queda pendiente el login, el deploy online, el acceso por QR, las notificaciones y la versión móvil.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logramos migrar un sistema pesado de Access a una plataforma web moderna y ágil, conservando todos los datos y fotos reales del taller.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pic>
        <p:nvPicPr>
          <p:cNvPr id="4" name="Image 0" descr="C:\Users\Mateo\Downloads\w\proyecto_presentacion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58368"/>
            <a:ext cx="1143000" cy="1170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7863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ETN N°1 OTTO KRAUSE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148840" y="1170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Profesionalizantes · Ciclo 2026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87168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</a:t>
            </a:r>
            <a:pPr algn="l" indent="0" marL="0">
              <a:buNone/>
            </a:pPr>
            <a:r>
              <a:rPr lang="en-US" sz="6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703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Mantenimiento del Taller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68680" y="5029200"/>
            <a:ext cx="118872" cy="11887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97280" y="4828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 Deluchi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80360" y="5029200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108960" y="48280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Nahuel Jiménez Torres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3218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Computación 6°2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5989320"/>
            <a:ext cx="2465222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989320"/>
            <a:ext cx="24652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EN DESARROLLO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2196389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21963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PARTIDA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taller gestiona su mantenimiento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base de </a:t>
            </a:r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Access</a:t>
            </a:r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vieja y pesada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3392424" cy="3063240"/>
          </a:xfrm>
          <a:prstGeom prst="roundRect">
            <a:avLst>
              <a:gd name="adj" fmla="val 3582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200400"/>
            <a:ext cx="566928" cy="5669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950208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592 MB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7200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base .mdb enorme, lenta de abrir y difícil de compartir.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89704" y="2880360"/>
            <a:ext cx="3392424" cy="3063240"/>
          </a:xfrm>
          <a:prstGeom prst="roundRect">
            <a:avLst>
              <a:gd name="adj" fmla="val 3582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320040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9744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3950208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web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457200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funciona con Access instalado: no se puede usar desde la web ni el celular.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56448" y="2880360"/>
            <a:ext cx="3392424" cy="3063240"/>
          </a:xfrm>
          <a:prstGeom prst="roundRect">
            <a:avLst>
              <a:gd name="adj" fmla="val 3582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76488" y="3200400"/>
            <a:ext cx="566928" cy="5669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7648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476488" y="3950208"/>
            <a:ext cx="2752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atrapadas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476488" y="457200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imágenes de los equipos están embebidas como objetos OLE, casi imposibles de recuperar.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2017166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20171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PROPUESTA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web
</a:t>
            </a:r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moderna y ágil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 al Access por un panel claro, con los datos reales del taller y acceso desde cualquier navegador.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4005072"/>
            <a:ext cx="237744" cy="23774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227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con indicadores en vivo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4608576"/>
            <a:ext cx="237744" cy="23774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608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26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trabajo tipo Kanban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5212080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212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12978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con ficha y foto real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68680" y="5815584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815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7332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 / oscuro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117336" y="1179576"/>
            <a:ext cx="5596128" cy="3584448"/>
          </a:xfrm>
          <a:prstGeom prst="roundRect">
            <a:avLst>
              <a:gd name="adj" fmla="val 2551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1" name="Image 0" descr="C:\Users\Mateo\Downloads\w\proyecto_presentacion/assets/panel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34440"/>
            <a:ext cx="5486400" cy="34747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172200" y="4864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control · datos reales del taller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2106778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2106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DE DATOS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Rescatamos todo del sistema viejo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inventado: cada equipo, orden y foto sale de la base original.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2487168" cy="1600200"/>
          </a:xfrm>
          <a:prstGeom prst="roundRect">
            <a:avLst>
              <a:gd name="adj" fmla="val 6857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670048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290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migradas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529584" y="2468880"/>
            <a:ext cx="2487168" cy="1600200"/>
          </a:xfrm>
          <a:prstGeom prst="roundRect">
            <a:avLst>
              <a:gd name="adj" fmla="val 6857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2670048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4290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reales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6208" y="2468880"/>
            <a:ext cx="2487168" cy="1600200"/>
          </a:xfrm>
          <a:prstGeom prst="roundRect">
            <a:avLst>
              <a:gd name="adj" fmla="val 6857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7648" y="2670048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34290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rescatadas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942832" y="2468880"/>
            <a:ext cx="2487168" cy="1600200"/>
          </a:xfrm>
          <a:prstGeom prst="roundRect">
            <a:avLst>
              <a:gd name="adj" fmla="val 6857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34272" y="2670048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592 MB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034272" y="34290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15 MB en la web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4937760" cy="1783080"/>
          </a:xfrm>
          <a:prstGeom prst="roundRect">
            <a:avLst>
              <a:gd name="adj" fmla="val 6154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461772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430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más difícil: las fotos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12064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imágenes estaban guardadas como objetos OLE. Programamos un extractor que reconstruye cada archivo (JPG y BMP) y lo vincula a su equipo.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71616" y="4379976"/>
            <a:ext cx="5321808" cy="2167128"/>
          </a:xfrm>
          <a:prstGeom prst="roundRect">
            <a:avLst>
              <a:gd name="adj" fmla="val 4219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6" name="Image 0" descr="C:\Users\Mateo\Downloads\w\proyecto_presentacion/assets/equipo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4434840"/>
            <a:ext cx="5212080" cy="20574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126480" y="65653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de equipos con las fotos reales recuperadas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1658722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658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MantenimientOK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20025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3408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gráficos y vencimientos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28712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trabajo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2095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Kanban + alta y edición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37398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Preventivo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078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planes, genera OT al instante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05740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461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867912" y="20025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867912" y="23408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 con foto e historial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461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867912" y="28712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Repuestos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3867912" y="32095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con alerta de mínimos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46120" y="37947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461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867912" y="37398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3867912" y="4078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MTBF, MTTR y carga por sector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51576" y="1819656"/>
            <a:ext cx="5641848" cy="3630168"/>
          </a:xfrm>
          <a:prstGeom prst="roundRect">
            <a:avLst>
              <a:gd name="adj" fmla="val 2519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32" name="Image 0" descr="C:\Users\Mateo\Downloads\w\proyecto_presentacion/assets/orden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874520"/>
            <a:ext cx="5532120" cy="352044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5806440" y="553212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Kanban de órdenes de trabajo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1748333" cy="384048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7483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QUÉ ESTAMOS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prototipo que ya funciona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muestra: la base está andando, pero todavía queda camino por delante.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del proyecto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10515600" cy="256032"/>
          </a:xfrm>
          <a:prstGeom prst="roundRect">
            <a:avLst>
              <a:gd name="adj" fmla="val 50000"/>
            </a:avLst>
          </a:prstGeom>
          <a:solidFill>
            <a:srgbClr val="202B3D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697480"/>
            <a:ext cx="7360920" cy="2560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46120"/>
            <a:ext cx="5166360" cy="3200400"/>
          </a:xfrm>
          <a:prstGeom prst="roundRect">
            <a:avLst>
              <a:gd name="adj" fmla="val 3429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520440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5021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funciona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873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los datos reales del Access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4531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con KPIs y gráficos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81888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trabajo (Kanban)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1846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equipos con foto real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577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55040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Preventivo, Repuestos y Reportes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943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9161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claro/oscuro y búsqueda global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3246120"/>
            <a:ext cx="5166360" cy="3200400"/>
          </a:xfrm>
          <a:prstGeom prst="roundRect">
            <a:avLst>
              <a:gd name="adj" fmla="val 3429"/>
            </a:avLst>
          </a:prstGeom>
          <a:solidFill>
            <a:srgbClr val="18212F"/>
          </a:solidFill>
          <a:ln w="12700">
            <a:solidFill>
              <a:srgbClr val="2A36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52044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35021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4087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usuarios y login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4531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online (deploy)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4818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por código QR desde el celular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51846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automáticas de vencimientos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5577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55504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 nuevas fotos desde la app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5943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812280" y="5916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móvil para el taller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377440"/>
            <a:ext cx="5669280" cy="566928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931920"/>
            <a:ext cx="5120640" cy="512064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pic>
        <p:nvPicPr>
          <p:cNvPr id="4" name="Image 0" descr="C:\Users\Mateo\Downloads\w\proyecto_presentacion/assets/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76" y="914400"/>
            <a:ext cx="1143000" cy="1170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46888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mantenimiento del taller,
</a:t>
            </a:r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ágil y en la web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4114800"/>
            <a:ext cx="7799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7A3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una base de Access de 592 MB a una plataforma web moderna, con los datos y las fotos reales del taller.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59612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 Deluchi · Nahuel Jiménez Torres   —   Computación 6°2 · ETN N°1 Otto Krause · Ciclo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2026-09-23T01:45:21Z</dcterms:created>
  <dcterms:modified xsi:type="dcterms:W3CDTF">2026-09-23T01:45:21Z</dcterms:modified>
</cp:coreProperties>
</file>